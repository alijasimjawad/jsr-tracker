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E1B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D9A44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34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1874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استخدام تطبيق TAC Network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سريعة للفنيين: ماذا ترى، وماذا يمكنك أن تفعل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22876" y="429768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4722876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Tareeq Al-Ahmadi Company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217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قسم الأنظمة  |  يوليو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سنتعلم في هذا الدليل؟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17352" y="1737360"/>
            <a:ext cx="566928" cy="566928"/>
          </a:xfrm>
          <a:prstGeom prst="ellipse">
            <a:avLst/>
          </a:prstGeom>
          <a:solidFill>
            <a:srgbClr val="0E1B3D"/>
          </a:solidFill>
          <a:ln/>
        </p:spPr>
      </p:sp>
      <p:sp>
        <p:nvSpPr>
          <p:cNvPr id="5" name="Text 3"/>
          <p:cNvSpPr/>
          <p:nvPr/>
        </p:nvSpPr>
        <p:spPr>
          <a:xfrm>
            <a:off x="10817352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 والتنقل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66544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الشريط الجانبي وأقسام التطبيق الأساسية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17352" y="257860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10817352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51176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الرئيسية (عملي)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907792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يومك: المهام، الحضور، الإجراءات السريعة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817352" y="3419856"/>
            <a:ext cx="566928" cy="566928"/>
          </a:xfrm>
          <a:prstGeom prst="ellipse">
            <a:avLst/>
          </a:prstGeom>
          <a:solidFill>
            <a:srgbClr val="0E1B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817352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3392424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الأنشطة اليومية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ومتابعة الأنشطة والمهام الميدانية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817352" y="4261104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10817352" y="4261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233672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والرحلات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الدخول/الخروج، ومتابعة رحلات الفريق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817352" y="5102352"/>
            <a:ext cx="566928" cy="566928"/>
          </a:xfrm>
          <a:prstGeom prst="ellipse">
            <a:avLst/>
          </a:prstGeom>
          <a:solidFill>
            <a:srgbClr val="0E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10817352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مصروفاتي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5431536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ومتابعة مطالبات المصروفات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البداية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 والتنقل الجانبي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581912"/>
            <a:ext cx="6163056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430">
                <a:alpha val="25000"/>
              </a:srgbClr>
            </a:outerShdw>
          </a:effectLst>
        </p:spPr>
      </p:sp>
      <p:pic>
        <p:nvPicPr>
          <p:cNvPr id="5" name="Image 0" descr="/sessions/peaceful-loving-newton/mnt/outputs/shots/1_my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3026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280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الرئيسية بعد تسجيل الدخول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66560" y="1783080"/>
            <a:ext cx="4873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تسجيل الدخول ببيانات حسابك، تظهر الشاشة الرئيسية "عملي" مباشرة.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الشريط الجانبي (على اليمين) يضم جميع الأقسام: عملي، الأنشطة اليومية، حضوري، رحلاتي، مصروفاتي، ملفي الشخصي.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يمكنك تبديل اللغة بين العربية والإنجليزية (AR | EN) من أعلى الشريط.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"تسجيل الخروج" موجود دائمًا أسفل الشريط الجانبي.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الرئيسية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 — ملخص يومك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581912"/>
            <a:ext cx="6163056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430">
                <a:alpha val="25000"/>
              </a:srgbClr>
            </a:outerShdw>
          </a:effectLst>
        </p:spPr>
      </p:sp>
      <p:pic>
        <p:nvPicPr>
          <p:cNvPr id="5" name="Image 0" descr="/sessions/peaceful-loving-newton/mnt/outputs/shots/1_my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3026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873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سريعة تعرض حالتك الآن: المطالبات المعلّقة، الرحلة الحالية، النشاط الحالي، وحالة الحضور.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إجراءات سريعة بضغطة واحدة: مطالبة مصروف جديدة، فتح رحلة، بدء نشاط، أو تسجيل حضور.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الرحلة الحالية تعرض المشروع والموقع الذي تعمل عليه الآن.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قسم "عمل اليوم" يلخّص المهام والأنشطة المرتبطة بك خلال اليوم.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المتابعة اليومية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الأنشطة اليومية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581912"/>
            <a:ext cx="6163056" cy="323697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430">
                <a:alpha val="25000"/>
              </a:srgbClr>
            </a:outerShdw>
          </a:effectLst>
        </p:spPr>
      </p:sp>
      <p:pic>
        <p:nvPicPr>
          <p:cNvPr id="5" name="Image 0" descr="/sessions/peaceful-loving-newton/mnt/outputs/shots/2_activ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873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إحصائية أعلى الصفحة: متوقفة، قيد التنفيذ، مكتملة، والإجمالي.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يعرض كل نشاط: المشروع، معرّف الموقع، المحافظة، الفريق، النشاط، الحالة، وصادر عنه.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شريط البحث والفلاتر لإيجاد نشاط معيّن بسرعة.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يمكنك تصفح السجل بالكامل عبر أزرار الصفحات (Pagination) أسفل الجدول.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الدوام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719072"/>
            <a:ext cx="6163056" cy="3026664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430">
                <a:alpha val="25000"/>
              </a:srgbClr>
            </a:outerShdw>
          </a:effectLst>
        </p:spPr>
      </p:sp>
      <p:pic>
        <p:nvPicPr>
          <p:cNvPr id="5" name="Image 0" descr="/sessions/peaceful-loving-newton/mnt/outputs/shots/3_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0" cy="2807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873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التاريخ يعرض اليوم الحالي وحالتك: "لم يسجل الدخول" أو "تم تسجيل الحضور".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زرّا "تسجيل الدخول" و"تسجيل الخروج" لتسجيل حضورك من موقعك.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إحصائية: نسبة الحضور، إجمالي الساعات، عدد مرات التأخير، وأيام الحضور.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"سجل الحضور" يعرض تفاصيل كل يوم عمل سابق.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الميداني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رحلاتي الميدانية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719072"/>
            <a:ext cx="6163056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430">
                <a:alpha val="25000"/>
              </a:srgbClr>
            </a:outerShdw>
          </a:effectLst>
        </p:spPr>
      </p:sp>
      <p:pic>
        <p:nvPicPr>
          <p:cNvPr id="5" name="Image 0" descr="/sessions/peaceful-loving-newton/mnt/outputs/shots/4_tr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0" cy="2798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873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إحصائية: رحلات الفريق المباشر، المكتملة، بالانتظار، النشطة، وإجمالي الرحلات.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الرحلة النشطة تظهر على خريطة مباشرة مع اسم المشروع والموقع والمحافظة.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أعضاء الفريق تظهر بشارة "مباشر" لمن هو نشط حاليًا في الرحلة.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البحث والفلاتر لمراجعة الرحلات السابقة بسهولة.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المصروفات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مصروفاتي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581912"/>
            <a:ext cx="6163056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430">
                <a:alpha val="25000"/>
              </a:srgbClr>
            </a:outerShdw>
          </a:effectLst>
        </p:spPr>
      </p:sp>
      <p:pic>
        <p:nvPicPr>
          <p:cNvPr id="5" name="Image 0" descr="/sessions/peaceful-loving-newton/mnt/outputs/shots/5_expen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3072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873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"مطالبة جديدة" في أعلى الصفحة لتقديم مصروف جديد.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إحصائية تعرض حالة مطالباتك: مرفوضة، معلّقة، معتمدة، وإجمالي المبلغ المطالب به.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الفلاتر لتصفية المطالبات حسب الحالة أو التاريخ.</a:t>
            </a:r>
            <a:endParaRPr lang="en-US" sz="1500" dirty="0"/>
          </a:p>
          <a:p>
            <a:pPr algn="r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عدم وجود مطالبات، تظهر رسالة توضيحية مع رابط لإنشاء مطالبة جديدة.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Network — دليل الفنيين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1B3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خلاصة سريعة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 هذه النقاط الأساسية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430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الشريط الجانبي للتنقل بين عملي، الأنشطة، الحضور، الرحلات، والمصروفات.</a:t>
            </a:r>
            <a:endParaRPr lang="en-US" sz="1600" dirty="0"/>
          </a:p>
          <a:p>
            <a:pPr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حضورك يوميًا من صفحة "حضوري" فور بدء عملك.</a:t>
            </a:r>
            <a:endParaRPr lang="en-US" sz="1600" dirty="0"/>
          </a:p>
          <a:p>
            <a:pPr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حدّث حالة أنشطتك اليومية أولًا بأول من صفحة "الأنشطة اليومية".</a:t>
            </a:r>
            <a:endParaRPr lang="en-US" sz="1600" dirty="0"/>
          </a:p>
          <a:p>
            <a:pPr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قدّم مطالبات المصروفات مباشرة بعد تحمّل التكلفة لتسريع الاعتماد.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0543032" cy="868680"/>
          </a:xfrm>
          <a:prstGeom prst="roundRect">
            <a:avLst>
              <a:gd name="adj" fmla="val 14737"/>
            </a:avLst>
          </a:prstGeom>
          <a:solidFill>
            <a:srgbClr val="0E1B3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321808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لديك استفسار؟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562356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مع قسم الأنظمة أو مشرفك المباشر للمساعدة.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2026-07-31T10:12:18Z</dcterms:created>
  <dcterms:modified xsi:type="dcterms:W3CDTF">2026-07-31T10:12:18Z</dcterms:modified>
</cp:coreProperties>
</file>